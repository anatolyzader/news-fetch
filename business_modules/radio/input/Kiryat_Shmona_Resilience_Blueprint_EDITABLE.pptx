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eventstorm1/news/business_modules/radio/input/slides_extracted/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0" y="274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1B2A4A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05/04/2026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486400" y="10972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עבודה מבצעית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286000" y="182880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סקר תמונת מצב והתנהגות</a:t>
            </a:r>
            <a:endParaRPr lang="en-US" sz="3200" dirty="0"/>
          </a:p>
          <a:p>
            <a:pPr rtl="1" algn="ctr" indent="0" marL="0">
              <a:buNone/>
            </a:pPr>
            <a:r>
              <a:rPr lang="en-US" sz="32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אוכלוסייה: קריית שמונה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2743200" y="420624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B2A4A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מטרת העל: חיזוק תחושת</a:t>
            </a:r>
            <a:endParaRPr lang="en-US" sz="1800" dirty="0"/>
          </a:p>
          <a:p>
            <a:pPr rtl="1" algn="ctr" indent="0" marL="0">
              <a:buNone/>
            </a:pPr>
            <a:r>
              <a:rPr lang="en-US" sz="1800" b="1" dirty="0">
                <a:solidFill>
                  <a:srgbClr val="1B2A4A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מסוגלות וחוסן העיר והתושבים.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eventstorm1/news/business_modules/radio/input/slides_extracted/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0" y="91440"/>
            <a:ext cx="5943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4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הנחות עבודה מרכזיות:</a:t>
            </a:r>
            <a:endParaRPr lang="en-US" sz="2400" dirty="0"/>
          </a:p>
          <a:p>
            <a:pPr rtl="1" algn="r" indent="0" marL="0">
              <a:buNone/>
            </a:pPr>
            <a:r>
              <a:rPr lang="en-US" sz="24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יסודות החוסן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82880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הרשות המקומית</a:t>
            </a:r>
            <a:endParaRPr lang="en-US" sz="1300" dirty="0"/>
          </a:p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קריית שמונה- לבנת יסוד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0" y="32004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פקע"ר (מחוז צפון)-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ימשיך להיות גורם מסייע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בחיזוק החוסן העירוני.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200400" y="16459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חוסן התושבים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והעיר- חיזוק יכולת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התמודדות תחת אש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286000" y="301752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התמודדות עם מורכבות</a:t>
            </a:r>
            <a:endParaRPr lang="en-US" sz="1100" dirty="0"/>
          </a:p>
          <a:p>
            <a:pPr rtl="1" algn="ctr" indent="0" marL="0">
              <a:buNone/>
            </a:pPr>
            <a:r>
              <a:rPr lang="en-US" sz="11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ושחיקה מצטברת לצד עשייה</a:t>
            </a:r>
            <a:endParaRPr lang="en-US" sz="1100" dirty="0"/>
          </a:p>
          <a:p>
            <a:pPr rtl="1" algn="ctr" indent="0" marL="0">
              <a:buNone/>
            </a:pPr>
            <a:r>
              <a:rPr lang="en-US" sz="11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עירונית וקהילתית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146304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1B2A4A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מסגרת זמן מבצעית: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b="1" dirty="0">
                <a:solidFill>
                  <a:srgbClr val="1B2A4A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תוכנית מעשית בטווח קצר</a:t>
            </a:r>
            <a:endParaRPr lang="en-US" sz="1000" dirty="0"/>
          </a:p>
          <a:p>
            <a:pPr rtl="1" algn="ctr" indent="0" marL="0">
              <a:buNone/>
            </a:pPr>
            <a:r>
              <a:rPr lang="en-US" sz="1000" b="1" dirty="0">
                <a:solidFill>
                  <a:srgbClr val="1B2A4A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 שלושה שבועות.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eventstorm1/news/business_modules/radio/input/slides_extracted/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0" y="4572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תמונת מצב מבצעית:</a:t>
            </a:r>
            <a:endParaRPr lang="en-US" sz="2200" dirty="0"/>
          </a:p>
          <a:p>
            <a:pPr rtl="1" algn="r" indent="0" marL="0">
              <a:buNone/>
            </a:pPr>
            <a:r>
              <a:rPr lang="en-US" sz="22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מאמצים מרכזיים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82880" y="960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שליטה ולמידה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200400" y="9601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קהילה ואנשים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92240" y="9601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תשתית פיזית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82880" y="14630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מערך מטה החירום הרשותי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שיפור תהליכי קבלת החלטות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וניהול מטה החירום.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200400" y="14630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מערך ההתנדבות ברשות: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איגום ותיאום משאבים.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0" y="23774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התארגנות תומכת חוסן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ברובעים: פעילי חירום שכונתיים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92240" y="146304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רשת המקלטים הציבוריים: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המקלט כמרחב קהילתי.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0" y="3291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מוקד עירוני: מענה פרטני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לפניות האזרח - עיבוי ומהירות.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92240" y="31089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מיגון: המשך הצבת מיגוניות -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מיגון מחזק חוסן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0" y="429768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נוכחות בעיניים - מפגש רציף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בלתי אמצעי עם תושבים.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82880" y="429768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למידה מהצלחות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עומק המשאבים של יכולת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ההתמודדות.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eventstorm1/news/business_modules/radio/input/slides_extracted/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" y="4572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מאמץ 1: מערך מטה החירום הרשותי - ארגון ותמיכה צוותית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82880" y="548640"/>
            <a:ext cx="1179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0404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חיזוק מערך מטה החירום הרשותי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82880" y="1051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0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949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מנחה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52560" y="1051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הישג נדרש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" y="1508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חיזוק מנגנון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68880" y="15087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ליווי ארגוני לראש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מטה החירום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1508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מיידי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15087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מכללה לאיתנות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52560" y="1508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מיטבי של ישיבות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מטה החירום.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82880" y="2377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תמיכה בעובדי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הרשות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23774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סדנת 'מי יציל את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המציל' (עיבוד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תהליכי עבודה)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23774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הבא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40880" y="2377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מכללה לאיתנות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05256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השתתפות 75%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העובדים.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82880" y="3246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סיוע למנהלי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מכלולים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468880" y="32461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מפגשי ייעוץ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אישיים/קבוצתיים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94960" y="3246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שבועיים</a:t>
            </a:r>
            <a:endParaRPr lang="en-US" sz="1100" dirty="0"/>
          </a:p>
          <a:p>
            <a:pPr rtl="1" algn="ctr" indent="0" marL="0">
              <a:buNone/>
            </a:pPr>
            <a:r>
              <a:rPr lang="en-US" sz="11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קרובים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40880" y="3246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מכללה לאיתנות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5256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דיווח אישי של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מנהל/ת המכללה.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eventstorm1/news/business_modules/radio/input/slides_extracted/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" y="4572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מאמץ 2: מערך ההתנדבות הפועל ברשות - איגום ותיאום משאבים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82880" y="1051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468880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3949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04088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מנחה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052560" y="1051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הישג נדרש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82880" y="1508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מערך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ההתנדבות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68880" y="15087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מיפוי כלל הפעילות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בעיר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94960" y="1508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מיידי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40880" y="15087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 עירוני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052560" y="1508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גורמים פעילים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בעיר.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82880" y="2377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תיאום בין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הגורמים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468880" y="23774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שולחן עגול, מפגש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משותף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94960" y="23774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אחת לשבוע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40880" y="2377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מכללה לאיתנות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05256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השתתפות קבועה של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82880" y="3246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חיזוק דימוי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(תושבים ורשות)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468880" y="32461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כלי תיעוד והכנת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מנשר שבועי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94960" y="3246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הבא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46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 עירוני +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פקע"ר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05256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הפצת המנשר.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82880" y="41148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גיוס מתנדבים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חדשים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468880" y="411480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פרסום קול קורא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394960" y="411480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מיידי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040880" y="41148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 עירוני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052560" y="4114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הצטרפות 20 תושבים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למאגר.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eventstorm1/news/business_modules/radio/input/slides_extracted/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" y="4572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מאמץ 3: התארגנות 'תומכת חוסן ברובעים' - פעילי חירום שכונתיים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82880" y="548640"/>
            <a:ext cx="1179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0404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עידוד התארגנות עצמית של תושבים שנשארו בעיר עפ"י רובעים.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82880" y="1051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0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949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מנחה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52560" y="1051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הישג נדרש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" y="1508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הקמת צח"ש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68880" y="15087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קול קורא למיפוי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תושבים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1508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השבוע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15087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קהילתית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עירונית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52560" y="1508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נציגים מכל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רחוב/בניין.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82880" y="2377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הפיכת מועמדים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לפעילים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23774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שיחה אישית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ועידוד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23774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השבוע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40880" y="2377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עבודה קהילתית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עירונית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05256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הצטרפות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מכלל המועמדים.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82880" y="3246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בניית מנגנון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פעולה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468880" y="32461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 פעילים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מקומי בכל רובע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94960" y="3246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הבא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40880" y="3246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חברה אזרחית/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עירוני/פקע"ר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5256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רשת קהילתית ב-2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רובעים לפחות.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eventstorm1/news/business_modules/radio/input/slides_extracted/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" y="4572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מאמץ 4: רשת המקלטים הציבוריים - 'המקלט כמרחב קהילתי'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82880" y="548640"/>
            <a:ext cx="1179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0404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הפיכת המקלטים הציבוריים למקום התארגנות קהילתית.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82880" y="1051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0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949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מנחה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52560" y="1051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הישג נדרש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" y="1508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עידוד התארגנות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במקלטים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68880" y="15087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מיפוי מקלטים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פעילים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1508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השבוע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15087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 עירוני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52560" y="1508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מקלטים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(מס' תושבים).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82880" y="2377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איתור מובילים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23774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מיפוי גורם אחראי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לכל מקלט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23774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השבוע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40880" y="2377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 עירוני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05256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82880" y="3246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הכשרת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מובילים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468880" y="32461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מפגשי הנחייה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לדמויות המובילות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94960" y="3246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שבועיים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40880" y="3246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 מקצועי/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אזרחי/פקע"ר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5256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eventstorm1/news/business_modules/radio/input/slides_extracted/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" y="4572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מאמץ 5: רציפות שירות לאזרח - תגבור מוקד עירוני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82880" y="548640"/>
            <a:ext cx="1179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0404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הרחבת המענה המיטבי לפניות תושבים במוקד העירוני.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82880" y="1051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0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949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מנחה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52560" y="1051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הישג נדרש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" y="1508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זמינות מענה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טלפוני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68880" y="15087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עיבוי המוקד במתנדבים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בתחום הפסיכו-סוציאלי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1508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15087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 עירוני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52560" y="1508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גיוס 10-15 מתנדבים.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82880" y="2377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קיצור זמן טיפול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ורישום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23774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עיבוי המוקד בפקע"ר,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קביעת אמות מידה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23774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מיידי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40880" y="2377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 עירוני +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פקע"ר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05256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רישום, תיעוד, וזמן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מענה קצוב.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82880" y="324612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מוקד סיוע רגשי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מרחוק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468880" y="324612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הכשרה לפעילים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יד שרה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94960" y="32461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שבועיים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40880" y="32461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חברה אזרחית -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העברת 2 מפגשי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הכשרה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052560" y="32461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eventstorm1/news/business_modules/radio/input/slides_extracted/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" y="4572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מאמץ 6: מיגון - הצבת מיגוניות - "מיגון מחזק חוסן"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82880" y="548640"/>
            <a:ext cx="1179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0404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המשך עיבוי מערך הצבת המיגוניות כבסיס להצלת חיים וחיזוק חוסן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82880" y="1051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0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949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מנחה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52560" y="1051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הישג נדרש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" y="1508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המשך רישות העיר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מיגוניות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68880" y="15087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סקר מיגוניות בהתאם לנהלי מכלול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מיגון פקע"ר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1508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תלוי נהלים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15087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52560" y="1508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מפת רשת המיגוניות והפצתה לאזרח.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82880" y="23774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יישום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468880" y="23774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הליך אישור והצבת מיגוניות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94960" y="237744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40880" y="23774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052560" y="23774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פריסה בפועל.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eventstorm1/news/business_modules/radio/input/slides_extracted/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" y="4572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מאמץ 7: נוכחות בעיניים - מפגש רציף בלתי אמצעי עם תושבים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82880" y="548640"/>
            <a:ext cx="1179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0404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מיפוי רציף של הבנת התנהגות האוכלוסייה בעיר.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82880" y="1051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0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949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מנחה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52560" y="1051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הישג נדרש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" y="1508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ביצוע סקר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התנהגות רציף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68880" y="15087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הקמת 3 חוליות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קבועות (עירייה+ פקע"ר)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המסתובבות בעיר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בתדירות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150876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</a:t>
            </a:r>
            <a:endParaRPr lang="en-US" sz="1100" dirty="0"/>
          </a:p>
          <a:p>
            <a:pPr rtl="1" algn="ctr" indent="0" marL="0">
              <a:buNone/>
            </a:pPr>
            <a:r>
              <a:rPr lang="en-US" sz="11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הבא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1508760"/>
            <a:ext cx="1920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קה"א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יקל"ר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נציג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עירוני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52560" y="15087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דוחות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התנהגות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מופקים לרשות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אחת לשבוע.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" y="34747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מפגש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בשטח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74320" y="44805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דוח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התנהגות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4320" y="548640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קבלת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החלטות</a:t>
            </a:r>
            <a:endParaRPr lang="en-US" sz="1200" dirty="0"/>
          </a:p>
          <a:p>
            <a:pPr rtl="1" algn="ctr" indent="0" marL="0">
              <a:buNone/>
            </a:pPr>
            <a:r>
              <a:rPr lang="en-US" sz="12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במטה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eventstorm1/news/business_modules/radio/input/slides_extracted/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" y="45720"/>
            <a:ext cx="1179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1F4E79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מאמץ 8: תיעוד ולמידה מהעשייה בעיר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182880" y="548640"/>
            <a:ext cx="1179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0404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מטרה: חיזוק הדימוי של התושבים ושל הרשות העירונית ברצף העשייה בחירום.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82880" y="10515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יעד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468880" y="10515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משימה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3949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זמן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040880" y="10515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מנחה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052560" y="10515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הישג נדרש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82880" y="15087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תיעוד פעולות העשייה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(רשות, מתנדבים, פעילים)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468880" y="15087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הקמת צוות ייעודי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ללמידה מהצלחות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394960" y="150876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שבוע הבא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40880" y="15087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גורם עירוני +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פקע"ר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052560" y="1508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הפקת חוברת/מנשר שבועי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(כתוב ווירטואלי) של העשייה</a:t>
            </a:r>
            <a:endParaRPr lang="en-US" sz="1100" dirty="0"/>
          </a:p>
          <a:p>
            <a:pPr rtl="1" algn="r" indent="0" marL="0">
              <a:buNone/>
            </a:pPr>
            <a:r>
              <a:rPr lang="en-US" sz="1100" dirty="0">
                <a:solidFill>
                  <a:srgbClr val="000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בעיר.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eventstorm1/news/business_modules/radio/input/slides_extracted/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C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צומת החלטות: דילמות,</a:t>
            </a:r>
            <a:endParaRPr lang="en-US" sz="2200" dirty="0"/>
          </a:p>
          <a:p>
            <a:pPr rtl="1" algn="ctr" indent="0" marL="0">
              <a:buNone/>
            </a:pPr>
            <a:r>
              <a:rPr lang="en-US" sz="2200" b="1" dirty="0">
                <a:solidFill>
                  <a:srgbClr val="FFC000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דילמות, פערים ונושאים להחלטת הנהגה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7432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דילמות תפעוליות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18288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מטה: זהות בעלי התפקידים שיקבלו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ליווי וסיוע מקצועי.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סנכרון: מערך עירוני מתכלל ומתאם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ליישום התוכנית המוצעת.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0233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בקרה: קביעת תדירות מעקב ובקרה על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מימוש התוכנית.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26480" y="118872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מגן לצפון - פער הממ"דים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18288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הפער הקריטי: משפחות רבות ללא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ממ"דים. קשיים בירוקרטיים קשים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בקבלת אישור בנייה.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2926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דגש לעבודה: נדרשת הגמשת תקנות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ופישוט תהליכים להתקנת ממ"דים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בדחיפות.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0" y="402336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גורמים לפתרון: מערך עירוני +</a:t>
            </a:r>
            <a:endParaRPr lang="en-US" sz="1300" dirty="0"/>
          </a:p>
          <a:p>
            <a:pPr rtl="1" algn="r" indent="0" marL="0">
              <a:buNone/>
            </a:pPr>
            <a:r>
              <a:rPr lang="en-US" sz="1300" dirty="0">
                <a:solidFill>
                  <a:srgbClr val="FFFFFF">
                    <a:alpha val="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משרדי ממשלה.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2026-04-05T07:25:33Z</dcterms:created>
  <dcterms:modified xsi:type="dcterms:W3CDTF">2026-04-05T07:25:33Z</dcterms:modified>
</cp:coreProperties>
</file>